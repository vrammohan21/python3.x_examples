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3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2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3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53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27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264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9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88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69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7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104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127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73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601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660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591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713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6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E40AF"/>
                </a:solidFill>
              </a:defRPr>
            </a:pPr>
            <a:r>
              <a:t>Java &amp; Python Full-Stack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10B981"/>
                </a:solidFill>
              </a:defRPr>
            </a:pPr>
            <a:r>
              <a:t>Course Launch Showcase</a:t>
            </a:r>
          </a:p>
          <a:p>
            <a:r>
              <a:t>Empowering Future Developers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58D03-1C68-9825-C4B5-005F36AA9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11" y="493330"/>
            <a:ext cx="1269841" cy="12698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814DA4-2809-D2F5-B75A-E965AA68D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931" y="385176"/>
            <a:ext cx="1269841" cy="12698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Welcome &amp; Introduction</a:t>
            </a:r>
          </a:p>
          <a:p>
            <a:pPr marL="0" indent="0">
              <a:buNone/>
            </a:pPr>
            <a:r>
              <a:rPr dirty="0"/>
              <a:t>• Why Full-Stack Development?</a:t>
            </a:r>
          </a:p>
          <a:p>
            <a:pPr marL="0" indent="0">
              <a:buNone/>
            </a:pPr>
            <a:r>
              <a:rPr dirty="0"/>
              <a:t>• Program Structure &amp; Tracks</a:t>
            </a:r>
          </a:p>
          <a:p>
            <a:pPr marL="0" indent="0">
              <a:buNone/>
            </a:pPr>
            <a:r>
              <a:rPr dirty="0"/>
              <a:t>• Curriculum Overview</a:t>
            </a:r>
          </a:p>
          <a:p>
            <a:pPr marL="0" indent="0">
              <a:buNone/>
            </a:pPr>
            <a:r>
              <a:rPr dirty="0"/>
              <a:t>• Projects &amp; Capstone</a:t>
            </a:r>
          </a:p>
          <a:p>
            <a:pPr marL="0" indent="0">
              <a:buNone/>
            </a:pPr>
            <a:r>
              <a:rPr dirty="0"/>
              <a:t>• Career Pathways</a:t>
            </a:r>
          </a:p>
          <a:p>
            <a:pPr marL="0" indent="0">
              <a:buNone/>
            </a:pPr>
            <a:r>
              <a:rPr dirty="0"/>
              <a:t>•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Why Full-Stack Development?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High demand for end-to-end developers</a:t>
            </a:r>
          </a:p>
          <a:p>
            <a:pPr marL="0" indent="0">
              <a:buNone/>
            </a:pPr>
            <a:r>
              <a:rPr dirty="0"/>
              <a:t>• Work on frontend + backend</a:t>
            </a:r>
          </a:p>
          <a:p>
            <a:pPr marL="0" indent="0">
              <a:buNone/>
            </a:pPr>
            <a:r>
              <a:rPr dirty="0"/>
              <a:t>• Better salaries &amp; career growth</a:t>
            </a:r>
          </a:p>
          <a:p>
            <a:pPr marL="0" indent="0">
              <a:buNone/>
            </a:pPr>
            <a:r>
              <a:rPr dirty="0"/>
              <a:t>• Complete ownership of projects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Program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Two tracks: Java FSD &amp; Python FSD</a:t>
            </a:r>
          </a:p>
          <a:p>
            <a:pPr marL="0" indent="0">
              <a:buNone/>
            </a:pPr>
            <a:r>
              <a:rPr dirty="0"/>
              <a:t>• Frontend, Backend, Database, DevOps</a:t>
            </a:r>
          </a:p>
          <a:p>
            <a:pPr marL="0" indent="0">
              <a:buNone/>
            </a:pPr>
            <a:r>
              <a:rPr dirty="0"/>
              <a:t>• Hands-on projects every module</a:t>
            </a:r>
          </a:p>
          <a:p>
            <a:pPr marL="0" indent="0">
              <a:buNone/>
            </a:pPr>
            <a:r>
              <a:rPr dirty="0"/>
              <a:t>• Capstone project with real-world scenario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Java Full-Stack Track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Core Java, Collections, Streams</a:t>
            </a:r>
          </a:p>
          <a:p>
            <a:pPr marL="0" indent="0">
              <a:buNone/>
            </a:pPr>
            <a:r>
              <a:rPr dirty="0"/>
              <a:t>• Spring Boot, REST APIs, JPA</a:t>
            </a:r>
          </a:p>
          <a:p>
            <a:pPr marL="0" indent="0">
              <a:buNone/>
            </a:pPr>
            <a:r>
              <a:rPr dirty="0"/>
              <a:t>• Frontend: HTML, CSS, JS, React/Angular</a:t>
            </a:r>
          </a:p>
          <a:p>
            <a:pPr marL="0" indent="0">
              <a:buNone/>
            </a:pPr>
            <a:r>
              <a:rPr dirty="0"/>
              <a:t>• Database: MySQL/PostgreSQL, MongoDB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Python Full-Stack Track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Python, OOP, </a:t>
            </a:r>
            <a:r>
              <a:rPr lang="en-US" dirty="0"/>
              <a:t>pip and setting </a:t>
            </a:r>
            <a:r>
              <a:rPr dirty="0" err="1"/>
              <a:t>venv</a:t>
            </a:r>
            <a:endParaRPr dirty="0"/>
          </a:p>
          <a:p>
            <a:pPr marL="0" indent="0">
              <a:buNone/>
            </a:pPr>
            <a:r>
              <a:rPr dirty="0"/>
              <a:t>• Django/Flask, REST APIs</a:t>
            </a:r>
          </a:p>
          <a:p>
            <a:pPr marL="0" indent="0">
              <a:buNone/>
            </a:pPr>
            <a:r>
              <a:rPr dirty="0"/>
              <a:t>• Frontend: React</a:t>
            </a:r>
          </a:p>
          <a:p>
            <a:pPr marL="0" indent="0">
              <a:buNone/>
            </a:pPr>
            <a:r>
              <a:rPr dirty="0"/>
              <a:t>• Database: PostgreSQL, MongoDB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Frontend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HTML5, CSS3, JavaScript ES6+</a:t>
            </a:r>
          </a:p>
          <a:p>
            <a:pPr marL="0" indent="0">
              <a:buNone/>
            </a:pPr>
            <a:r>
              <a:rPr dirty="0"/>
              <a:t>• Responsive design with Flexbox &amp; Grid</a:t>
            </a:r>
          </a:p>
          <a:p>
            <a:pPr marL="0" indent="0">
              <a:buNone/>
            </a:pPr>
            <a:r>
              <a:rPr dirty="0"/>
              <a:t>• React or Angular for dynamic UIs</a:t>
            </a:r>
          </a:p>
          <a:p>
            <a:pPr marL="0" indent="0">
              <a:buNone/>
            </a:pPr>
            <a:r>
              <a:rPr dirty="0"/>
              <a:t>• State management basics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Java Backend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Spring Boot fundamentals</a:t>
            </a:r>
          </a:p>
          <a:p>
            <a:pPr marL="0" indent="0">
              <a:buNone/>
            </a:pPr>
            <a:r>
              <a:rPr dirty="0"/>
              <a:t>• RESTful services &amp; validation</a:t>
            </a:r>
          </a:p>
          <a:p>
            <a:pPr marL="0" indent="0">
              <a:buNone/>
            </a:pPr>
            <a:r>
              <a:rPr dirty="0"/>
              <a:t>• Data handling with JPA/Hibernate</a:t>
            </a:r>
          </a:p>
          <a:p>
            <a:pPr marL="0" indent="0">
              <a:buNone/>
            </a:pPr>
            <a:r>
              <a:rPr dirty="0"/>
              <a:t>• Security: JWT, OAuth2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Python Backend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Django MVC structure</a:t>
            </a:r>
          </a:p>
          <a:p>
            <a:pPr marL="0" indent="0">
              <a:buNone/>
            </a:pPr>
            <a:r>
              <a:rPr dirty="0"/>
              <a:t>• Django REST Framework</a:t>
            </a:r>
          </a:p>
          <a:p>
            <a:pPr marL="0" indent="0">
              <a:buNone/>
            </a:pPr>
            <a:r>
              <a:rPr dirty="0"/>
              <a:t>• Flask microservices</a:t>
            </a:r>
          </a:p>
          <a:p>
            <a:pPr marL="0" indent="0">
              <a:buNone/>
            </a:pPr>
            <a:r>
              <a:rPr dirty="0"/>
              <a:t>• Testing &amp; coverage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Databases &amp;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Relational: MySQL/PostgreSQL</a:t>
            </a:r>
          </a:p>
          <a:p>
            <a:pPr marL="0" indent="0">
              <a:buNone/>
            </a:pPr>
            <a:r>
              <a:rPr dirty="0"/>
              <a:t>• ORM usage</a:t>
            </a:r>
          </a:p>
          <a:p>
            <a:pPr marL="0" indent="0">
              <a:buNone/>
            </a:pPr>
            <a:r>
              <a:rPr dirty="0"/>
              <a:t>• NoSQL with MongoDB</a:t>
            </a:r>
          </a:p>
          <a:p>
            <a:pPr marL="0" indent="0">
              <a:buNone/>
            </a:pPr>
            <a:r>
              <a:rPr dirty="0"/>
              <a:t>• Migrations &amp; data seeding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DevOps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Git, GitHub Actions, CI/CD</a:t>
            </a:r>
          </a:p>
          <a:p>
            <a:pPr marL="0" indent="0">
              <a:buNone/>
            </a:pPr>
            <a:r>
              <a:rPr dirty="0"/>
              <a:t>• Docker for containerization</a:t>
            </a:r>
          </a:p>
          <a:p>
            <a:pPr marL="0" indent="0">
              <a:buNone/>
            </a:pPr>
            <a:r>
              <a:rPr dirty="0"/>
              <a:t>• Kubernetes basics</a:t>
            </a:r>
          </a:p>
          <a:p>
            <a:pPr marL="0" indent="0">
              <a:buNone/>
            </a:pPr>
            <a:r>
              <a:rPr dirty="0"/>
              <a:t>• Monitoring &amp; logs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Tools &amp; 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IntelliJ IDEA, PyCharm, VS Code</a:t>
            </a:r>
          </a:p>
          <a:p>
            <a:pPr marL="0" indent="0">
              <a:buNone/>
            </a:pPr>
            <a:r>
              <a:rPr dirty="0"/>
              <a:t>• Linters &amp; formatters</a:t>
            </a:r>
          </a:p>
          <a:p>
            <a:pPr marL="0" indent="0">
              <a:buNone/>
            </a:pPr>
            <a:r>
              <a:rPr dirty="0"/>
              <a:t>• Package managers (</a:t>
            </a:r>
            <a:r>
              <a:rPr dirty="0" err="1"/>
              <a:t>npm</a:t>
            </a:r>
            <a:r>
              <a:rPr dirty="0"/>
              <a:t>, pip)</a:t>
            </a:r>
          </a:p>
          <a:p>
            <a:pPr marL="0" indent="0">
              <a:buNone/>
            </a:pPr>
            <a:r>
              <a:rPr dirty="0"/>
              <a:t>• Debugging &amp; profiling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Projects by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Static site (HTML/CSS)</a:t>
            </a:r>
          </a:p>
          <a:p>
            <a:pPr marL="0" indent="0">
              <a:buNone/>
            </a:pPr>
            <a:r>
              <a:rPr dirty="0"/>
              <a:t>• React SPA with routing</a:t>
            </a:r>
          </a:p>
          <a:p>
            <a:pPr marL="0" indent="0">
              <a:buNone/>
            </a:pPr>
            <a:r>
              <a:rPr dirty="0"/>
              <a:t>• Java Spring Boot REST service</a:t>
            </a:r>
          </a:p>
          <a:p>
            <a:pPr marL="0" indent="0">
              <a:buNone/>
            </a:pPr>
            <a:r>
              <a:rPr dirty="0"/>
              <a:t>• Python Django REST 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rPr lang="en-US" sz="3200" b="1" dirty="0"/>
              <a:t>Why the Capstone Project Matters?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Your Gateway to Real-World Experience</a:t>
            </a:r>
          </a:p>
          <a:p>
            <a:r>
              <a:rPr lang="en-US" dirty="0"/>
              <a:t>Apply everything you’ve learned—Frontend, Backend, Database, and DevOps—in one integrated project.</a:t>
            </a:r>
          </a:p>
          <a:p>
            <a:r>
              <a:rPr lang="en-US" dirty="0"/>
              <a:t>Portfolio-Ready Application: Build an end-to-end application that impresses recruiters and hiring managers.</a:t>
            </a:r>
          </a:p>
          <a:p>
            <a:r>
              <a:rPr lang="en-US" dirty="0"/>
              <a:t>Hands-On With Industry Tools: Use GitHub, CI/CD pipelines, Docker, and Cloud Deployment just like top tech companies.</a:t>
            </a:r>
          </a:p>
          <a:p>
            <a:r>
              <a:rPr lang="en-US" dirty="0"/>
              <a:t>Collaboration &amp; Teamwork: Experience Agile methodologies with sprints, standups, and peer code reviews.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39C55-038E-9E44-BDD7-3D10D7C63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Your Capstone = Your Identity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92A4A-7415-560D-DB74-A89FCF93B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027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Program Schedule (16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W1-</a:t>
            </a:r>
            <a:r>
              <a:rPr lang="en-US" dirty="0"/>
              <a:t>4</a:t>
            </a:r>
            <a:r>
              <a:rPr dirty="0"/>
              <a:t>: Frontend</a:t>
            </a:r>
            <a:r>
              <a:rPr lang="en-US" dirty="0"/>
              <a:t> with </a:t>
            </a:r>
            <a:r>
              <a:rPr dirty="0"/>
              <a:t>React</a:t>
            </a:r>
          </a:p>
          <a:p>
            <a:pPr marL="0" indent="0">
              <a:buNone/>
            </a:pPr>
            <a:r>
              <a:rPr dirty="0"/>
              <a:t>• W5-8: Backend (Java/Python)</a:t>
            </a:r>
          </a:p>
          <a:p>
            <a:pPr marL="0" indent="0">
              <a:buNone/>
            </a:pPr>
            <a:r>
              <a:rPr dirty="0"/>
              <a:t>• W9-10: Databases</a:t>
            </a:r>
          </a:p>
          <a:p>
            <a:pPr marL="0" indent="0">
              <a:buNone/>
            </a:pPr>
            <a:r>
              <a:rPr dirty="0"/>
              <a:t>• W11-12: DevOps</a:t>
            </a:r>
          </a:p>
          <a:p>
            <a:pPr marL="0" indent="0">
              <a:buNone/>
            </a:pPr>
            <a:r>
              <a:rPr dirty="0"/>
              <a:t>• W13-16: Capstone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Assessments &amp; Certification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Quizzes &amp; coding challenges</a:t>
            </a:r>
          </a:p>
          <a:p>
            <a:pPr marL="0" indent="0">
              <a:buNone/>
            </a:pPr>
            <a:r>
              <a:rPr dirty="0"/>
              <a:t>• Project evaluations</a:t>
            </a:r>
          </a:p>
          <a:p>
            <a:pPr marL="0" indent="0">
              <a:buNone/>
            </a:pPr>
            <a:r>
              <a:rPr dirty="0"/>
              <a:t>• Capstone review</a:t>
            </a:r>
          </a:p>
          <a:p>
            <a:pPr marL="0" indent="0">
              <a:buNone/>
            </a:pPr>
            <a:r>
              <a:rPr dirty="0"/>
              <a:t>• Completion certificate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Career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Full-Stack Developer</a:t>
            </a:r>
          </a:p>
          <a:p>
            <a:pPr marL="0" indent="0">
              <a:buNone/>
            </a:pPr>
            <a:r>
              <a:rPr dirty="0"/>
              <a:t>• Backend Engineer</a:t>
            </a:r>
          </a:p>
          <a:p>
            <a:pPr marL="0" indent="0">
              <a:buNone/>
            </a:pPr>
            <a:r>
              <a:rPr dirty="0"/>
              <a:t>• Frontend Engineer</a:t>
            </a:r>
          </a:p>
          <a:p>
            <a:pPr marL="0" indent="0">
              <a:buNone/>
            </a:pPr>
            <a:r>
              <a:rPr dirty="0"/>
              <a:t>• DevOps Engineer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Portfolio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GitHub repositories</a:t>
            </a:r>
          </a:p>
          <a:p>
            <a:pPr marL="0" indent="0">
              <a:buNone/>
            </a:pPr>
            <a:r>
              <a:rPr dirty="0"/>
              <a:t>• Professional README</a:t>
            </a:r>
          </a:p>
          <a:p>
            <a:pPr marL="0" indent="0">
              <a:buNone/>
            </a:pPr>
            <a:r>
              <a:rPr dirty="0"/>
              <a:t>• CI badges</a:t>
            </a:r>
          </a:p>
          <a:p>
            <a:pPr marL="0" indent="0">
              <a:buNone/>
            </a:pPr>
            <a:r>
              <a:rPr dirty="0"/>
              <a:t>• Project documentation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Support &amp; Mentorship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Live sessions &amp; recordings</a:t>
            </a:r>
          </a:p>
          <a:p>
            <a:pPr marL="0" indent="0">
              <a:buNone/>
            </a:pPr>
            <a:r>
              <a:rPr dirty="0"/>
              <a:t>• 1:1 doubt clearing</a:t>
            </a:r>
          </a:p>
          <a:p>
            <a:pPr marL="0" indent="0">
              <a:buNone/>
            </a:pPr>
            <a:r>
              <a:rPr dirty="0"/>
              <a:t>• Community discussions</a:t>
            </a:r>
          </a:p>
          <a:p>
            <a:pPr marL="0" indent="0">
              <a:buNone/>
            </a:pPr>
            <a:r>
              <a:rPr dirty="0"/>
              <a:t>• Career guidance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</TotalTime>
  <Words>522</Words>
  <Application>Microsoft Office PowerPoint</Application>
  <PresentationFormat>On-screen Show (4:3)</PresentationFormat>
  <Paragraphs>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Garamond</vt:lpstr>
      <vt:lpstr>Organic</vt:lpstr>
      <vt:lpstr>Java &amp; Python Full-Stack Development</vt:lpstr>
      <vt:lpstr>Agenda</vt:lpstr>
      <vt:lpstr>Why Full-Stack Development?</vt:lpstr>
      <vt:lpstr>Program Overview</vt:lpstr>
      <vt:lpstr>Java Full-Stack Track</vt:lpstr>
      <vt:lpstr>Python Full-Stack Track</vt:lpstr>
      <vt:lpstr>Frontend Foundations</vt:lpstr>
      <vt:lpstr>Java Backend Deep Dive</vt:lpstr>
      <vt:lpstr>Python Backend Deep Dive</vt:lpstr>
      <vt:lpstr>Databases &amp; Persistence</vt:lpstr>
      <vt:lpstr>DevOps &amp; Deployment</vt:lpstr>
      <vt:lpstr>Tools &amp; IDEs</vt:lpstr>
      <vt:lpstr>Projects by Module</vt:lpstr>
      <vt:lpstr>Why the Capstone Project Matters?</vt:lpstr>
      <vt:lpstr>Your Capstone = Your Identity</vt:lpstr>
      <vt:lpstr>Program Schedule (16 Weeks)</vt:lpstr>
      <vt:lpstr>Assessments &amp; Certification</vt:lpstr>
      <vt:lpstr>Career Pathways</vt:lpstr>
      <vt:lpstr>Portfolio Building</vt:lpstr>
      <vt:lpstr>Support &amp; Mentorship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Venkata Rammohan</cp:lastModifiedBy>
  <cp:revision>6</cp:revision>
  <dcterms:created xsi:type="dcterms:W3CDTF">2013-01-27T09:14:16Z</dcterms:created>
  <dcterms:modified xsi:type="dcterms:W3CDTF">2025-09-01T11:33:51Z</dcterms:modified>
  <cp:category/>
</cp:coreProperties>
</file>